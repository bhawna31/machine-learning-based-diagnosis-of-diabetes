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8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6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9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9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9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5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4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505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5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30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90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22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48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64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7" y="798477"/>
            <a:ext cx="6593681" cy="1788617"/>
          </a:xfrm>
        </p:spPr>
        <p:txBody>
          <a:bodyPr>
            <a:normAutofit/>
          </a:bodyPr>
          <a:lstStyle/>
          <a:p>
            <a:r>
              <a:rPr sz="4000" dirty="0"/>
              <a:t>Machine Learning–Based Diagnosis of Diabetes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6043" y="2587094"/>
            <a:ext cx="6593681" cy="1655762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IN" sz="7200" dirty="0"/>
              <a:t>MINOR </a:t>
            </a:r>
            <a:r>
              <a:rPr sz="7200" dirty="0"/>
              <a:t>Project Presentation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sz="3600" b="1" dirty="0">
                <a:solidFill>
                  <a:schemeClr val="bg1"/>
                </a:solidFill>
              </a:rPr>
              <a:t>Submitted in partial fulfillment of the requirements for the degree of</a:t>
            </a:r>
          </a:p>
          <a:p>
            <a:r>
              <a:rPr sz="3600" b="1" dirty="0">
                <a:solidFill>
                  <a:schemeClr val="bg1"/>
                </a:solidFill>
              </a:rPr>
              <a:t>Master of Computer Applications (MCA)</a:t>
            </a:r>
          </a:p>
          <a:p>
            <a:endParaRPr sz="3600" b="1" dirty="0">
              <a:solidFill>
                <a:schemeClr val="bg1"/>
              </a:solidFill>
            </a:endParaRPr>
          </a:p>
          <a:p>
            <a:r>
              <a:rPr sz="3600" b="1" dirty="0">
                <a:solidFill>
                  <a:schemeClr val="bg1"/>
                </a:solidFill>
              </a:rPr>
              <a:t>Submitted by:</a:t>
            </a:r>
          </a:p>
          <a:p>
            <a:r>
              <a:rPr sz="3600" b="1" dirty="0">
                <a:solidFill>
                  <a:schemeClr val="bg1"/>
                </a:solidFill>
              </a:rPr>
              <a:t>Aditi Das</a:t>
            </a:r>
            <a:r>
              <a:rPr lang="en-IN" sz="3600" b="1" dirty="0">
                <a:solidFill>
                  <a:schemeClr val="bg1"/>
                </a:solidFill>
              </a:rPr>
              <a:t> (120710242014)</a:t>
            </a:r>
            <a:endParaRPr sz="3600" b="1" dirty="0">
              <a:solidFill>
                <a:schemeClr val="bg1"/>
              </a:solidFill>
            </a:endParaRPr>
          </a:p>
          <a:p>
            <a:r>
              <a:rPr sz="3600" b="1" dirty="0">
                <a:solidFill>
                  <a:schemeClr val="bg1"/>
                </a:solidFill>
              </a:rPr>
              <a:t>Bhawna Jha</a:t>
            </a:r>
            <a:r>
              <a:rPr lang="en-IN" sz="3600" b="1" dirty="0">
                <a:solidFill>
                  <a:schemeClr val="bg1"/>
                </a:solidFill>
              </a:rPr>
              <a:t> (120710242032)</a:t>
            </a:r>
            <a:endParaRPr sz="3600" b="1" dirty="0">
              <a:solidFill>
                <a:schemeClr val="bg1"/>
              </a:solidFill>
            </a:endParaRPr>
          </a:p>
          <a:p>
            <a:r>
              <a:rPr sz="3600" b="1" dirty="0">
                <a:solidFill>
                  <a:schemeClr val="bg1"/>
                </a:solidFill>
              </a:rPr>
              <a:t>Academic Session: 2024–2026</a:t>
            </a:r>
            <a:endParaRPr lang="en-IN" sz="3600" b="1" dirty="0">
              <a:solidFill>
                <a:schemeClr val="bg1"/>
              </a:solidFill>
            </a:endParaRPr>
          </a:p>
          <a:p>
            <a:endParaRPr sz="3600" b="1" dirty="0">
              <a:solidFill>
                <a:schemeClr val="bg1"/>
              </a:solidFill>
            </a:endParaRPr>
          </a:p>
          <a:p>
            <a:r>
              <a:rPr sz="3600" b="1" dirty="0">
                <a:solidFill>
                  <a:schemeClr val="bg1"/>
                </a:solidFill>
              </a:rPr>
              <a:t>Under the Guidance of:</a:t>
            </a:r>
          </a:p>
          <a:p>
            <a:r>
              <a:rPr sz="3600" b="1" dirty="0">
                <a:solidFill>
                  <a:schemeClr val="bg1"/>
                </a:solidFill>
              </a:rPr>
              <a:t>Prof. (Dr.) Pabitra Kumar Dey</a:t>
            </a:r>
          </a:p>
          <a:p>
            <a:r>
              <a:rPr sz="3600" b="1" dirty="0">
                <a:solidFill>
                  <a:schemeClr val="bg1"/>
                </a:solidFill>
              </a:rPr>
              <a:t>Head, Department of Computer Applications</a:t>
            </a:r>
          </a:p>
          <a:p>
            <a:endParaRPr sz="3600" dirty="0">
              <a:solidFill>
                <a:schemeClr val="bg1"/>
              </a:solidFill>
            </a:endParaRPr>
          </a:p>
          <a:p>
            <a:r>
              <a:rPr sz="3600" dirty="0">
                <a:solidFill>
                  <a:schemeClr val="tx1"/>
                </a:solidFill>
              </a:rPr>
              <a:t>Dr. B. C. Roy Engineering College, Durgapur</a:t>
            </a:r>
          </a:p>
          <a:p>
            <a:r>
              <a:rPr sz="3600" dirty="0">
                <a:solidFill>
                  <a:schemeClr val="tx1"/>
                </a:solidFill>
              </a:rPr>
              <a:t>(An Autonomous Institute)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Picture 3" descr="WhatsApp Image 2025-12-15 at 15.07.00_36c8e4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31161"/>
            <a:ext cx="1828800" cy="837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ED8C2-C55D-8D9E-9B63-B5E859A5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4429387" cy="33409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Responsibilities /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Analysis of the problem related to early diagnosis of diabetes.</a:t>
            </a:r>
          </a:p>
          <a:p>
            <a:r>
              <a:t>Collection and study of the Pima Indians Diabetes Dataset.</a:t>
            </a:r>
          </a:p>
          <a:p>
            <a:r>
              <a:t>Data preprocessing including handling missing and invalid values.</a:t>
            </a:r>
          </a:p>
          <a:p>
            <a:r>
              <a:t>Implementation of machine learning algorithms using Python.</a:t>
            </a:r>
          </a:p>
          <a:p>
            <a:r>
              <a:t>Development of an interactive web application using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Practical application of machine learning techniques in healthcare.</a:t>
            </a:r>
          </a:p>
          <a:p>
            <a:r>
              <a:t>Importance of data preprocessing in medical datasets.</a:t>
            </a:r>
          </a:p>
          <a:p>
            <a:r>
              <a:t>Model training, testing, and evaluation methodologies.</a:t>
            </a:r>
          </a:p>
          <a:p>
            <a:r>
              <a:t>Use of Python libraries such as Pandas, NumPy, and Scikit-learn.</a:t>
            </a:r>
          </a:p>
          <a:p>
            <a:r>
              <a:t>Deployment of machine learning models using Streamlit.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/ Achievement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and implemented an end-to-end Diabetes Prediction System.</a:t>
            </a:r>
          </a:p>
          <a:p>
            <a:r>
              <a:t>Applied Logistic Regression and Random Forest classifiers.</a:t>
            </a:r>
          </a:p>
          <a:p>
            <a:r>
              <a:t>Random Forest model demonstrated improved predictive performance.</a:t>
            </a:r>
          </a:p>
          <a:p>
            <a:r>
              <a:t>Developed a user-friendly interface for real-time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Project Output – Streamlit-Based Application</a:t>
            </a:r>
          </a:p>
        </p:txBody>
      </p:sp>
      <p:pic>
        <p:nvPicPr>
          <p:cNvPr id="3" name="Picture 2" descr="Screenshot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Presence of missing and zero values in medical data.</a:t>
            </a:r>
          </a:p>
          <a:p>
            <a:r>
              <a:t>Selection of the most suitable machine learning model.</a:t>
            </a:r>
          </a:p>
          <a:p>
            <a:r>
              <a:t>Handling class imbalance within the dataset.</a:t>
            </a:r>
          </a:p>
          <a:p>
            <a:r>
              <a:t>Designing a clear and user-friendly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Challenges Were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mean and median imputation during preprocessing.</a:t>
            </a:r>
          </a:p>
          <a:p>
            <a:r>
              <a:t>Evaluated multiple models using standard performance metrics.</a:t>
            </a:r>
          </a:p>
          <a:p>
            <a:r>
              <a:t>Selected Random Forest based on accuracy and reliability.</a:t>
            </a:r>
          </a:p>
          <a:p>
            <a:r>
              <a:t>Improved user interface through iterative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the effectiveness of machine learning in healthcare.</a:t>
            </a:r>
          </a:p>
          <a:p>
            <a:r>
              <a:t>The developed system provides accurate and reliable diabetes prediction.</a:t>
            </a:r>
          </a:p>
          <a:p>
            <a:r>
              <a:t>It supports early diagnosis and decision-making.</a:t>
            </a:r>
          </a:p>
          <a:p>
            <a:r>
              <a:t>The system enhances understanding of applied machine learning concepts.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of advanced machine learning and ensemble techniques.</a:t>
            </a:r>
          </a:p>
          <a:p>
            <a:r>
              <a:t>Use of deep learning models for improved accuracy.</a:t>
            </a:r>
          </a:p>
          <a:p>
            <a:r>
              <a:t>Deployment as a mobile or cloud-based application.</a:t>
            </a:r>
          </a:p>
          <a:p>
            <a:r>
              <a:t>Integration with real-time healthcare and wearable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We sincerely thank our project guide Prof. (Dr.) Pabitra Kumar Dey for his guidance.</a:t>
            </a:r>
          </a:p>
          <a:p>
            <a:r>
              <a:rPr dirty="0"/>
              <a:t>We are grateful to the Department </a:t>
            </a:r>
            <a:r>
              <a:rPr lang="en-IN" dirty="0"/>
              <a:t>Master </a:t>
            </a:r>
            <a:r>
              <a:rPr dirty="0"/>
              <a:t>of Computer Applications.</a:t>
            </a:r>
          </a:p>
          <a:p>
            <a:r>
              <a:rPr dirty="0"/>
              <a:t>Thanks to Dr. B. C. Roy Engineering College for support and facilities.</a:t>
            </a:r>
          </a:p>
          <a:p>
            <a:r>
              <a:rPr dirty="0"/>
              <a:t>We also thank our faculty members and peers for their encouragement.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57230A-7B45-4606-AADE-850A15CAD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738231"/>
            <a:ext cx="7499375" cy="5125674"/>
          </a:xfrm>
        </p:spPr>
      </p:pic>
    </p:spTree>
    <p:extLst>
      <p:ext uri="{BB962C8B-B14F-4D97-AF65-F5344CB8AC3E}">
        <p14:creationId xmlns:p14="http://schemas.microsoft.com/office/powerpoint/2010/main" val="14098065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</TotalTime>
  <Words>427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Machine Learning–Based Diagnosis of Diabetes</vt:lpstr>
      <vt:lpstr>Project Responsibilities / Tasks</vt:lpstr>
      <vt:lpstr>What We Learned</vt:lpstr>
      <vt:lpstr>Key Project / Achievement</vt:lpstr>
      <vt:lpstr>Project Output – Streamlit-Based Application</vt:lpstr>
      <vt:lpstr>Challenges Faced</vt:lpstr>
      <vt:lpstr>How Challenges Were Overcome</vt:lpstr>
      <vt:lpstr>Conclusion</vt:lpstr>
      <vt:lpstr>Future Scope</vt:lpstr>
      <vt:lpstr>Acknowledgment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Bhawna jha</cp:lastModifiedBy>
  <cp:revision>3</cp:revision>
  <dcterms:created xsi:type="dcterms:W3CDTF">2013-01-27T09:14:16Z</dcterms:created>
  <dcterms:modified xsi:type="dcterms:W3CDTF">2025-12-16T14:24:31Z</dcterms:modified>
  <cp:category/>
</cp:coreProperties>
</file>